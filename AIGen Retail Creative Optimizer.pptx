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havi P" userId="474055682f88d8b7" providerId="LiveId" clId="{3A1C005D-06CB-45A4-929B-8ED1FCF12C2C}"/>
    <pc:docChg chg="modSld">
      <pc:chgData name="Sathavi P" userId="474055682f88d8b7" providerId="LiveId" clId="{3A1C005D-06CB-45A4-929B-8ED1FCF12C2C}" dt="2026-01-05T13:58:42.269" v="102" actId="1076"/>
      <pc:docMkLst>
        <pc:docMk/>
      </pc:docMkLst>
      <pc:sldChg chg="addSp modSp mod">
        <pc:chgData name="Sathavi P" userId="474055682f88d8b7" providerId="LiveId" clId="{3A1C005D-06CB-45A4-929B-8ED1FCF12C2C}" dt="2026-01-05T13:58:00.145" v="99" actId="1076"/>
        <pc:sldMkLst>
          <pc:docMk/>
          <pc:sldMk cId="0" sldId="256"/>
        </pc:sldMkLst>
        <pc:spChg chg="mod">
          <ac:chgData name="Sathavi P" userId="474055682f88d8b7" providerId="LiveId" clId="{3A1C005D-06CB-45A4-929B-8ED1FCF12C2C}" dt="2026-01-05T13:57:42.280" v="95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thavi P" userId="474055682f88d8b7" providerId="LiveId" clId="{3A1C005D-06CB-45A4-929B-8ED1FCF12C2C}" dt="2026-01-05T13:57:47.086" v="96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Sathavi P" userId="474055682f88d8b7" providerId="LiveId" clId="{3A1C005D-06CB-45A4-929B-8ED1FCF12C2C}" dt="2026-01-05T13:57:51.659" v="97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thavi P" userId="474055682f88d8b7" providerId="LiveId" clId="{3A1C005D-06CB-45A4-929B-8ED1FCF12C2C}" dt="2026-01-05T13:57:56.357" v="98" actId="1076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Sathavi P" userId="474055682f88d8b7" providerId="LiveId" clId="{3A1C005D-06CB-45A4-929B-8ED1FCF12C2C}" dt="2026-01-05T13:58:00.145" v="99" actId="1076"/>
          <ac:spMkLst>
            <pc:docMk/>
            <pc:sldMk cId="0" sldId="256"/>
            <ac:spMk id="7" creationId="{E5F6AA3C-5B3B-6979-C4FF-E4F61844E45A}"/>
          </ac:spMkLst>
        </pc:spChg>
      </pc:sldChg>
      <pc:sldChg chg="modSp mod">
        <pc:chgData name="Sathavi P" userId="474055682f88d8b7" providerId="LiveId" clId="{3A1C005D-06CB-45A4-929B-8ED1FCF12C2C}" dt="2026-01-05T13:58:21.484" v="101" actId="1076"/>
        <pc:sldMkLst>
          <pc:docMk/>
          <pc:sldMk cId="0" sldId="257"/>
        </pc:sldMkLst>
        <pc:spChg chg="mod">
          <ac:chgData name="Sathavi P" userId="474055682f88d8b7" providerId="LiveId" clId="{3A1C005D-06CB-45A4-929B-8ED1FCF12C2C}" dt="2026-01-05T13:58:21.484" v="101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thavi P" userId="474055682f88d8b7" providerId="LiveId" clId="{3A1C005D-06CB-45A4-929B-8ED1FCF12C2C}" dt="2026-01-05T13:58:14.485" v="100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Sathavi P" userId="474055682f88d8b7" providerId="LiveId" clId="{3A1C005D-06CB-45A4-929B-8ED1FCF12C2C}" dt="2026-01-05T13:58:42.269" v="102" actId="1076"/>
        <pc:sldMkLst>
          <pc:docMk/>
          <pc:sldMk cId="0" sldId="259"/>
        </pc:sldMkLst>
        <pc:spChg chg="mod">
          <ac:chgData name="Sathavi P" userId="474055682f88d8b7" providerId="LiveId" clId="{3A1C005D-06CB-45A4-929B-8ED1FCF12C2C}" dt="2026-01-05T13:58:42.269" v="102" actId="1076"/>
          <ac:spMkLst>
            <pc:docMk/>
            <pc:sldMk cId="0" sldId="259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683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8376" y="769915"/>
            <a:ext cx="106724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🛍️🤖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600" y="130331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AIGen Retail Creative Optimizer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692171" y="2783016"/>
            <a:ext cx="57117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Tool for Automated Ad Creative Generation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342139" y="3242794"/>
            <a:ext cx="245972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Hackathon • January 2026</a:t>
            </a:r>
            <a:endParaRPr 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F6AA3C-5B3B-6979-C4FF-E4F61844E45A}"/>
              </a:ext>
            </a:extLst>
          </p:cNvPr>
          <p:cNvSpPr txBox="1"/>
          <p:nvPr/>
        </p:nvSpPr>
        <p:spPr>
          <a:xfrm>
            <a:off x="5598826" y="3827801"/>
            <a:ext cx="4572000" cy="712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</a:p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Sathavi 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8363" y="102108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281659" y="1781831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Time-Consuming: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Manual design of ad creatives takes days/weeks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Intensive: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Requires dedicated design teams and expertise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Variants: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Creating multiple platform-specific versions is expensive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Costs: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Photography shoots, freelancers, and design tools add up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Iteration: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A/B testing and optimization cycles are lengthy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AI-powered platform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generates high-quality, platform-optimized ad creatives in minutes.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95834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Generation: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Upload image → Get ready-to-use ads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 Optimization: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Auto-sized for Instagram, Amazon, Google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Copy Generation: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creates headlines, captions, and CTAs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Variants: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Generate multiple creative versions instantly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41120"/>
            <a:ext cx="792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51760"/>
            <a:ext cx="792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977641"/>
            <a:ext cx="792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630681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Product Input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0500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product images, add descriptions, set brand guidelines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5656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AI Analysis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30881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models analyze product, text models generate copy variations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82441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Design Output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556761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Multi-format ads with platform-specific dimensions ready to publish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Streamlit (Python web framework for rapid prototyping)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Processing: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Pillow (PIL) for dynamic graphic generation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Integration: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Ready for OpenAI Vision + GPT-4 API integration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Python with scalable architecture for production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7470" y="1270636"/>
            <a:ext cx="2208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511585" y="1986916"/>
            <a:ext cx="4120829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Input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Product image + description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511585" y="2364105"/>
            <a:ext cx="4120829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Analyze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Vision AI understands product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511585" y="2741295"/>
            <a:ext cx="4120829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Generate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Text AI creates copy variations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511585" y="3118486"/>
            <a:ext cx="4120829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Design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Dynamic layouts with text overlay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511585" y="3495675"/>
            <a:ext cx="4120829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Export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Platform-optimized formats ready to use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retail media and generative AI creative automation market is experiencing explosive growth: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1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of marketers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believe AI will significantly enhance ad targeting[1]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reduce creative production time by up to 7x[2]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creative ad platforms market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dominated by Google, Adobe, growing rapidly[3]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media networks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actively adopting AI creative tools in 2025[4]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792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51759"/>
            <a:ext cx="792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977641"/>
            <a:ext cx="792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63068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Retailers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0500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In-store &amp; digital advertising teams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56559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E-commerce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30882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running multi-platform campaigns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82441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Agencies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556759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creative agencies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Speed: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Generate complete ad sets in minutes instead of days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Cost Reduction: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Eliminate expensive photoshoots and freelancers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Scalability: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unlimited variations for A/B testing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Optimization: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Platform-specific designs maximize performance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Time-to-Market: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Launch campaigns faster with instant creatives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2"/>
            <a:ext cx="7924800" cy="9448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70759"/>
            <a:ext cx="7924800" cy="9448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368041"/>
            <a:ext cx="7924800" cy="9448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02082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MVP (Current)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67640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image upload, copy generation, multi-platform sizing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499359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Enhancement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773682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creative generation, brand guideline templates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596641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Scale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3870959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support, A/B testing features, SaaS platform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for Retail: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Purpose-built for e-commerce &amp; retail media networks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Use: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design skills needed – one-click generation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 Native: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Automatic optimization for major ad platforms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Lower cost than design agencies or premium tools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8280" y="1712598"/>
            <a:ext cx="294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Vision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2428875"/>
            <a:ext cx="792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retail media creative production into an </a:t>
            </a: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autonomous, AI-driven process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where brands focus on strategy while AI handles execution.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34208" y="3190875"/>
            <a:ext cx="467558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manual design teams to intelligent creative automation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Reduction: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90% faster creative production vs. manual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70% reduction in creative production costs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Scale: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Generate 100+ variations per product in minutes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Adoption: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Target 1000+ users in first 6 months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6723" y="3248025"/>
            <a:ext cx="2530555" cy="544830"/>
          </a:xfrm>
          <a:prstGeom prst="roundRect">
            <a:avLst>
              <a:gd name="adj" fmla="val 134266"/>
            </a:avLst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350648"/>
            <a:ext cx="792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 Retail Creativity?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119929" y="2676525"/>
            <a:ext cx="49041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 in automating the future of ad creative generation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592314" y="3400425"/>
            <a:ext cx="195937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Together 🚀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603</Words>
  <Application>Microsoft Office PowerPoint</Application>
  <PresentationFormat>On-screen Show (16:9)</PresentationFormat>
  <Paragraphs>92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Sathavi P</cp:lastModifiedBy>
  <cp:revision>1</cp:revision>
  <dcterms:created xsi:type="dcterms:W3CDTF">2026-01-05T13:53:45Z</dcterms:created>
  <dcterms:modified xsi:type="dcterms:W3CDTF">2026-01-05T13:58:51Z</dcterms:modified>
</cp:coreProperties>
</file>